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88952" cy="2743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CACD MINI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 Analyzer &amp;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Cryptanalysis and Cyber Defence (CACD)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2420030251   Meduri Rakesh Kumar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2420030650   Kanchi Veera Venkata Ganesh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2420030576   Enumula Hitesh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527048"/>
            <a:ext cx="54864" cy="1197864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14904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 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185623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parse auth, firewall, and system logs into a structured, analyzable format.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19088" y="1527048"/>
            <a:ext cx="54864" cy="1197864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9" name="Text 7"/>
          <p:cNvSpPr/>
          <p:nvPr/>
        </p:nvSpPr>
        <p:spPr>
          <a:xfrm>
            <a:off x="6601968" y="14904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Integrity (SHA-256)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01968" y="185623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Chain-hash every log entry so tampering or deletion of past records is cryptographically detectable.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8211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383280"/>
            <a:ext cx="54864" cy="1197864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3467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371246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login frequency, failed attempts, IP patterns, access time, and Shannon entropy of log strings.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18211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9088" y="3383280"/>
            <a:ext cx="54864" cy="1197864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6601968" y="33467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371246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rules for known attack patterns — brute force, blacklisted IPs, off-hour access.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239512"/>
            <a:ext cx="54864" cy="1197864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52029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Detection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556869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analysis on rolling feature windows to catch deviations — no ML training needed.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5038344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5239512"/>
            <a:ext cx="54864" cy="1197864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5" name="Text 23"/>
          <p:cNvSpPr/>
          <p:nvPr/>
        </p:nvSpPr>
        <p:spPr>
          <a:xfrm>
            <a:off x="6601968" y="52029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Severity-Tagged Alerts &amp; 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01968" y="556869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Low/Medium/High alerts, visualized with trends and integrity status.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 Analyzer &amp; Anomaly Detector  |  CACD Mini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log ingestion → integrity check → feature extraction → detection → alerting</a:t>
            </a:r>
            <a:endParaRPr lang="en-US" sz="1300" dirty="0"/>
          </a:p>
        </p:txBody>
      </p:sp>
      <p:pic>
        <p:nvPicPr>
          <p:cNvPr id="4" name="Image 0" descr="/home/claude/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593" y="1234440"/>
            <a:ext cx="4099766" cy="557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 Analyzer &amp; Anomaly Detector  |  CACD Mini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Integrity — SHA-256 Hash Chaining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cryptography layer that ties this project back to CACD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 entry gets a SHA-256 hash combined with the previous entry's hash.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hash(n) = SHA256( entry(n) + hash(n−1) 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chains every entry together — the same principle used in blockchain ledgers.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 integrity, recompute the chain and compare to stored hashes.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mismatch → immediate High-severity ‘Log Tampering Detected’ alert.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evidentiary value of logs, not just the events they describe.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deletion, editing, or reordering of past entries by an attacker covering their tracks.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 external library — Python's built-in hashlib module handles it.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 deliberately editing a past entry and confirming the chain breaks.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 Analyzer &amp; Anomaly Detector  |  CACD Mini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training required — fast to build, easy to justify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3429000" cy="7315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Rule-Based Checks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 failed logins in 60 seconds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on blacklist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outside 9 AM–9 PM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54480"/>
            <a:ext cx="3429000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28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Z-Score Anomaly Detection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(μ) &amp; std dev (σ)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if |Z| &gt;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54480"/>
            <a:ext cx="342900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828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Shannon Entropy (Cryptanalysis)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5603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−Σ p(x)·log₂ p(x)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→ encoded/obfuscated payload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feature 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834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severity tagging: High = tampering detected OR both rule + Z-score triggered  •  Medium = one method triggered  •  Low = borderline Z-score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 Analyzer &amp; Anomaly Detector  |  CACD Mini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F293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00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(Primary)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network connection records — Normal vs. DoS, Probe, R2L, U2R attacks. Standard IDS benchmark.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unb.ca/cic/datasets/nsl.html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00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(Supporting)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2402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realistic traffic with Brute Force, DoS, DDoS, Botnet &amp; Web attacks.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unb.ca/cic/datasets/ids-2017.html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600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Loghub (Optional)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8200" y="22402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system log datasets — SSH, Apache, Linux, Windows — for SIEM-style testing.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github.com/logpai/loghub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are free and publicly downloadable — official pages or Kaggle mirrors (free account, no payment required).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 Analyzer &amp; Anomaly Detector  |  CACD Mini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free and open-source — no paid tools, licenses, or APIs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647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/ numpy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219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parsing, rolling windows, Z-score &amp; entropy calculation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647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hashlib (built-in)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219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chaining for log integrity verification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107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alerts, trends, integrity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4107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NSL-KDD / Loghub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86791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publicly downloadable benchmark datasets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 Analyzer &amp; Anomaly Detector  |  CACD Mini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2026-08-13T08:36:34Z</dcterms:created>
  <dcterms:modified xsi:type="dcterms:W3CDTF">2026-08-13T08:36:34Z</dcterms:modified>
</cp:coreProperties>
</file>